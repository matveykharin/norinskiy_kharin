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88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8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1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28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18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671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53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8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25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31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4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1" r:id="rId6"/>
    <p:sldLayoutId id="2147483716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59D89-B45F-2D0F-A564-E218E53C5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0360" y="717550"/>
            <a:ext cx="6042408" cy="3730752"/>
          </a:xfrm>
        </p:spPr>
        <p:txBody>
          <a:bodyPr>
            <a:normAutofit/>
          </a:bodyPr>
          <a:lstStyle/>
          <a:p>
            <a:r>
              <a:rPr lang="en-US" sz="3600" i="0" dirty="0">
                <a:latin typeface="TAWOG The Spoon" pitchFamily="50" charset="0"/>
                <a:ea typeface="TAWOG The Spoon" pitchFamily="50" charset="0"/>
              </a:rPr>
              <a:t>EVIL</a:t>
            </a:r>
            <a:r>
              <a:rPr lang="ru-RU" sz="3600" i="0" dirty="0">
                <a:latin typeface="TAWOG The Spoon" pitchFamily="50" charset="0"/>
                <a:ea typeface="TAWOG The Spoon" pitchFamily="50" charset="0"/>
              </a:rPr>
              <a:t> </a:t>
            </a:r>
            <a:r>
              <a:rPr lang="en-US" sz="3600" i="0" dirty="0">
                <a:latin typeface="TAWOG The Spoon" pitchFamily="50" charset="0"/>
                <a:ea typeface="TAWOG The Spoon" pitchFamily="50" charset="0"/>
              </a:rPr>
              <a:t>NERDS</a:t>
            </a:r>
            <a:br>
              <a:rPr lang="ru-RU" sz="3600" i="0" dirty="0">
                <a:latin typeface="TAWOG The Spoon" pitchFamily="50" charset="0"/>
                <a:ea typeface="TAWOG The Spoon" pitchFamily="50" charset="0"/>
              </a:rPr>
            </a:br>
            <a:br>
              <a:rPr lang="ru-RU" sz="3600" i="0" dirty="0">
                <a:latin typeface="TAWOG The Spoon" pitchFamily="50" charset="0"/>
                <a:ea typeface="TAWOG The Spoon" pitchFamily="50" charset="0"/>
              </a:rPr>
            </a:br>
            <a:r>
              <a:rPr lang="en-US" sz="3600" i="0" dirty="0">
                <a:latin typeface="TAWOG The Spoon" pitchFamily="50" charset="0"/>
                <a:ea typeface="TAWOG The Spoon" pitchFamily="50" charset="0"/>
              </a:rPr>
              <a:t> </a:t>
            </a:r>
            <a:endParaRPr lang="ru-RU" sz="3600" i="0" dirty="0">
              <a:latin typeface="TAWOG The Spoon" pitchFamily="50" charset="0"/>
              <a:ea typeface="TAWOG The Spoon" pitchFamily="50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EFFDA8-34E3-AFA3-5496-7E4AACEA8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32" y="1232193"/>
            <a:ext cx="4359700" cy="5314657"/>
          </a:xfrm>
        </p:spPr>
        <p:txBody>
          <a:bodyPr>
            <a:noAutofit/>
          </a:bodyPr>
          <a:lstStyle/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Всё, что вам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нужно — это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тетради. Обычные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школьные тетради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по предметам.</a:t>
            </a:r>
          </a:p>
          <a:p>
            <a:endParaRPr lang="ru-RU" sz="1600" dirty="0">
              <a:latin typeface="TAWOG The Spoon" pitchFamily="50" charset="0"/>
              <a:ea typeface="TAWOG The Spoon" pitchFamily="50" charset="0"/>
            </a:endParaRPr>
          </a:p>
          <a:p>
            <a:endParaRPr lang="ru-RU" sz="1600" dirty="0">
              <a:latin typeface="TAWOG The Spoon" pitchFamily="50" charset="0"/>
              <a:ea typeface="TAWOG The Spoon" pitchFamily="50" charset="0"/>
            </a:endParaRP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Находите их,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улучшайте,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смешивайте и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создавайте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мощные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комбинации,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чтобы одолеть</a:t>
            </a:r>
          </a:p>
          <a:p>
            <a:r>
              <a:rPr lang="ru-RU" sz="1600" dirty="0">
                <a:latin typeface="TAWOG The Spoon" pitchFamily="50" charset="0"/>
                <a:ea typeface="TAWOG The Spoon" pitchFamily="50" charset="0"/>
              </a:rPr>
              <a:t>всех умников!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BC3918-BC41-3587-E3DF-EE8F91171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292" y="2501006"/>
            <a:ext cx="5349066" cy="2674533"/>
          </a:xfrm>
          <a:prstGeom prst="rect">
            <a:avLst/>
          </a:prstGeom>
        </p:spPr>
      </p:pic>
      <p:sp>
        <p:nvSpPr>
          <p:cNvPr id="74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43858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36</Words>
  <Application>Microsoft Office PowerPoint</Application>
  <PresentationFormat>Широкоэкранный</PresentationFormat>
  <Paragraphs>16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Sitka Banner</vt:lpstr>
      <vt:lpstr>TAWOG The Spoon</vt:lpstr>
      <vt:lpstr>HeadlinesVTI</vt:lpstr>
      <vt:lpstr>EVIL NERDS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Норинский Дмитрий Александрович</dc:creator>
  <cp:lastModifiedBy>Норинский Дмитрий Александрович</cp:lastModifiedBy>
  <cp:revision>3</cp:revision>
  <dcterms:created xsi:type="dcterms:W3CDTF">2026-03-21T19:59:23Z</dcterms:created>
  <dcterms:modified xsi:type="dcterms:W3CDTF">2026-03-22T15:31:31Z</dcterms:modified>
</cp:coreProperties>
</file>